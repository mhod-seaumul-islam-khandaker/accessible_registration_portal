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B3316C-45EA-4875-B9AD-51198F1C13A3}">
          <p14:sldIdLst>
            <p14:sldId id="256"/>
            <p14:sldId id="257"/>
            <p14:sldId id="258"/>
          </p14:sldIdLst>
        </p14:section>
        <p14:section name="Student" id="{96E927BE-F029-4CF8-9149-60669D16729E}">
          <p14:sldIdLst>
            <p14:sldId id="259"/>
            <p14:sldId id="260"/>
            <p14:sldId id="263"/>
            <p14:sldId id="262"/>
          </p14:sldIdLst>
        </p14:section>
        <p14:section name="Teacher" id="{D44A6C13-FB6F-460B-A0D5-CE435BF04F9E}">
          <p14:sldIdLst>
            <p14:sldId id="261"/>
            <p14:sldId id="264"/>
          </p14:sldIdLst>
        </p14:section>
        <p14:section name="Admin" id="{608830C8-8640-44B9-8D2D-37F72337A5B8}">
          <p14:sldIdLst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3850C-A869-4BD2-8DBE-64E62809E47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8F901-C404-4AA3-B593-251662E7A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8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8F901-C404-4AA3-B593-251662E7AD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46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D002-D8DB-4409-9DDA-64A8A5F99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1D52D-E2EE-46EF-A71C-825172711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05E4-D041-45C5-9B2D-39AEC973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736AC-E87D-4BCB-BFED-FA4CD625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1F809-D998-4F9A-8204-2AC1C719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7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4E33-D2C0-4B39-9D51-8970EEF3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2BD8C-3B65-4FF2-8ABA-6FB61618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AC952-CE89-425A-BDD8-8765A88C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51D1D-02CD-4E0F-8125-34A09149B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683D9-4D9B-4F2B-8911-EB22CF30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3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5058-F0E9-4B10-9C48-46E51E77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50AFC-0647-45DB-85B9-40F6B0818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BDED6-7B70-4739-B1AE-2C064525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1607B-0336-4253-A9B1-73F109F9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09CB-F12B-4214-AD75-86269088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6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4357-5990-46C0-877D-FEC663B8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C5A9D-D239-4D37-B35F-E8D6D6656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6BD0A-612F-4BC9-AF3D-8BE00F8D0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E5FC7-EE3A-494A-A186-C2D881FC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E1108-25C9-4157-9202-7CC0CB5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012F1-E755-4057-9758-995221A8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4E42-9FB1-4412-AD7F-1FF113A5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6202-F400-4D7A-A97F-36D08D66A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4491F-5856-4424-853C-ED1A592FF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5D6D3-B7E6-408D-9BBA-E963B73CA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96C43-A17A-4D53-A6E5-BD56C75A9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03E54-CD9D-429C-AB74-5AC78AA9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A644C-A152-4122-A6B3-62705725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36B19-406B-4877-B066-C14FA471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DCC3-5C88-4CC1-9931-DA2E9BB1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88F5E-830F-45DB-8A25-9574E250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D25C8-5A43-4D78-9A61-E9E30311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603D9-8976-4F6F-92BD-612290DE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1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92AFA-22F9-4940-B705-912D739F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4AE51-C7F0-4DCA-A578-BAFECB02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DBDBA-9EF4-4229-97AF-D437409C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84C2-AB85-4846-B0D1-4F108A78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A8951-DFED-436C-8A4D-7384DBB2F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7400D-B2F6-47FB-87E5-293901321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F2141-EA0A-4D25-B32F-4899D270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8EEEC-4713-40CF-B93C-3C0B21AE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38868-6D28-4D7D-8D0D-F9A4F194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73F9-9BF1-457A-89A2-E319D4FE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0E88E-81E2-4061-A2FA-FDFFCC6B0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43A85-A8D9-4679-9A43-BB1ECF9DF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309FD-A1D7-4F2F-8C30-05EBC0C0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72F76-D0F6-4B0F-9E2C-52045C13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743CF-1C87-47EE-A4F5-E39042A0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1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55B9-DC7F-4E00-8DCE-22F5FC756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D3B77-C3F0-47F9-957C-057D2FB58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E95D-EBE7-4F32-8A9C-378096E0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C4453-F5F0-4B7E-9EEC-E7CA78A8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29F70-A55E-4B71-B44A-A23AA6FC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9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B80E7-C603-48A8-B6B7-39457F2AA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835A5-E593-4DD3-9F3B-9A0271A72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C54D-18ED-436B-AC0D-FCDF017C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876E-760F-4CAB-8AB0-985E47E5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09E2-AEA5-43A9-99AB-E2659648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2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550D0-8E63-49A7-8EBF-D31F75EB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8F9C5-5311-43D2-8236-4EDEC4FE3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D3B32-1054-46B0-8EA4-921DD4ACA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4ED03-CA76-49A9-ACBA-1932B1C6679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B2B05-AADC-45D2-BEA2-293D9C8C7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DA364-18B5-4DF7-8CAD-559788E44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51B9C-AA15-40DE-8ADB-F1408CC0A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1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A251-CAC8-4BE6-AB5D-1B926418B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92" y="1530849"/>
            <a:ext cx="9647434" cy="2640458"/>
          </a:xfrm>
        </p:spPr>
        <p:txBody>
          <a:bodyPr>
            <a:noAutofit/>
          </a:bodyPr>
          <a:lstStyle/>
          <a:p>
            <a:r>
              <a:rPr lang="en-US" sz="14500" dirty="0"/>
              <a:t>Home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DC3B1-70A2-417C-9503-DFBFB4CAA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3833" y="593245"/>
            <a:ext cx="1712360" cy="608832"/>
          </a:xfrm>
        </p:spPr>
        <p:txBody>
          <a:bodyPr/>
          <a:lstStyle/>
          <a:p>
            <a:r>
              <a:rPr lang="en-US" dirty="0"/>
              <a:t>Sign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1C5D2-4EB9-404A-8A15-C2973A6ABF73}"/>
              </a:ext>
            </a:extLst>
          </p:cNvPr>
          <p:cNvSpPr txBox="1"/>
          <p:nvPr/>
        </p:nvSpPr>
        <p:spPr>
          <a:xfrm>
            <a:off x="9226193" y="528328"/>
            <a:ext cx="22808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log in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560FC7-A29C-4CE8-9237-79CD20E682B2}"/>
              </a:ext>
            </a:extLst>
          </p:cNvPr>
          <p:cNvSpPr txBox="1">
            <a:spLocks/>
          </p:cNvSpPr>
          <p:nvPr/>
        </p:nvSpPr>
        <p:spPr>
          <a:xfrm>
            <a:off x="708060" y="-80568"/>
            <a:ext cx="6185900" cy="119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Accessibility settings</a:t>
            </a:r>
          </a:p>
        </p:txBody>
      </p:sp>
    </p:spTree>
    <p:extLst>
      <p:ext uri="{BB962C8B-B14F-4D97-AF65-F5344CB8AC3E}">
        <p14:creationId xmlns:p14="http://schemas.microsoft.com/office/powerpoint/2010/main" val="351589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0DC3B1-70A2-417C-9503-DFBFB4CAA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3833" y="593245"/>
            <a:ext cx="1712360" cy="608832"/>
          </a:xfrm>
        </p:spPr>
        <p:txBody>
          <a:bodyPr/>
          <a:lstStyle/>
          <a:p>
            <a:r>
              <a:rPr lang="en-US" dirty="0"/>
              <a:t>Sign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1C5D2-4EB9-404A-8A15-C2973A6ABF73}"/>
              </a:ext>
            </a:extLst>
          </p:cNvPr>
          <p:cNvSpPr txBox="1"/>
          <p:nvPr/>
        </p:nvSpPr>
        <p:spPr>
          <a:xfrm>
            <a:off x="9226193" y="528328"/>
            <a:ext cx="22808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log in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560FC7-A29C-4CE8-9237-79CD20E682B2}"/>
              </a:ext>
            </a:extLst>
          </p:cNvPr>
          <p:cNvSpPr txBox="1">
            <a:spLocks/>
          </p:cNvSpPr>
          <p:nvPr/>
        </p:nvSpPr>
        <p:spPr>
          <a:xfrm>
            <a:off x="708060" y="-80568"/>
            <a:ext cx="6185900" cy="119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Accessibility settings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5D0B2-0A7F-449D-9D71-1ED554107876}"/>
              </a:ext>
            </a:extLst>
          </p:cNvPr>
          <p:cNvSpPr txBox="1"/>
          <p:nvPr/>
        </p:nvSpPr>
        <p:spPr>
          <a:xfrm>
            <a:off x="1099335" y="1202077"/>
            <a:ext cx="10870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Screen reader Support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Magnifier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Theme: Light /Dark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Adjust font size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 inversion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940DF1-0219-4BDF-94C7-C53A655EE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411" y="2873778"/>
            <a:ext cx="7592602" cy="1304818"/>
          </a:xfrm>
        </p:spPr>
        <p:txBody>
          <a:bodyPr>
            <a:noAutofit/>
          </a:bodyPr>
          <a:lstStyle/>
          <a:p>
            <a:r>
              <a:rPr lang="en-US" sz="9600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111250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A251-CAC8-4BE6-AB5D-1B926418B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92" y="1530849"/>
            <a:ext cx="9215919" cy="1193672"/>
          </a:xfrm>
        </p:spPr>
        <p:txBody>
          <a:bodyPr>
            <a:noAutofit/>
          </a:bodyPr>
          <a:lstStyle/>
          <a:p>
            <a:r>
              <a:rPr lang="en-US" sz="9600" dirty="0"/>
              <a:t>Login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DC3B1-70A2-417C-9503-DFBFB4CAA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3833" y="593245"/>
            <a:ext cx="1712360" cy="608832"/>
          </a:xfrm>
        </p:spPr>
        <p:txBody>
          <a:bodyPr/>
          <a:lstStyle/>
          <a:p>
            <a:r>
              <a:rPr lang="en-US" dirty="0"/>
              <a:t>Sign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1C5D2-4EB9-404A-8A15-C2973A6ABF73}"/>
              </a:ext>
            </a:extLst>
          </p:cNvPr>
          <p:cNvSpPr txBox="1"/>
          <p:nvPr/>
        </p:nvSpPr>
        <p:spPr>
          <a:xfrm>
            <a:off x="9226193" y="528328"/>
            <a:ext cx="22808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log in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560FC7-A29C-4CE8-9237-79CD20E682B2}"/>
              </a:ext>
            </a:extLst>
          </p:cNvPr>
          <p:cNvSpPr txBox="1">
            <a:spLocks/>
          </p:cNvSpPr>
          <p:nvPr/>
        </p:nvSpPr>
        <p:spPr>
          <a:xfrm>
            <a:off x="708060" y="-80568"/>
            <a:ext cx="6185900" cy="1193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Accessibility settings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24C90B-F464-4A96-9793-48CCCBD3D06D}"/>
              </a:ext>
            </a:extLst>
          </p:cNvPr>
          <p:cNvSpPr txBox="1">
            <a:spLocks/>
          </p:cNvSpPr>
          <p:nvPr/>
        </p:nvSpPr>
        <p:spPr>
          <a:xfrm>
            <a:off x="789397" y="2856217"/>
            <a:ext cx="8724473" cy="22089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/>
              <a:t>Email</a:t>
            </a:r>
          </a:p>
          <a:p>
            <a:pPr algn="l"/>
            <a:r>
              <a:rPr lang="en-US" sz="4800" dirty="0"/>
              <a:t>Password</a:t>
            </a:r>
          </a:p>
          <a:p>
            <a:pPr algn="l"/>
            <a:r>
              <a:rPr lang="en-US" sz="4800" dirty="0"/>
              <a:t>Log in</a:t>
            </a:r>
          </a:p>
          <a:p>
            <a:pPr algn="l"/>
            <a:r>
              <a:rPr lang="en-US" sz="4800" dirty="0"/>
              <a:t>Forget password</a:t>
            </a:r>
          </a:p>
        </p:txBody>
      </p:sp>
    </p:spTree>
    <p:extLst>
      <p:ext uri="{BB962C8B-B14F-4D97-AF65-F5344CB8AC3E}">
        <p14:creationId xmlns:p14="http://schemas.microsoft.com/office/powerpoint/2010/main" val="261435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pPr algn="ctr"/>
            <a:r>
              <a:rPr lang="en-US" dirty="0"/>
              <a:t>Student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16658" cy="238677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Home </a:t>
            </a:r>
          </a:p>
          <a:p>
            <a:pPr>
              <a:buFont typeface="+mj-lt"/>
              <a:buAutoNum type="arabicPeriod"/>
            </a:pPr>
            <a:r>
              <a:rPr lang="en-US" dirty="0"/>
              <a:t>Advising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Schedule</a:t>
            </a:r>
          </a:p>
          <a:p>
            <a:pPr>
              <a:buFont typeface="+mj-lt"/>
              <a:buAutoNum type="arabicPeriod"/>
            </a:pPr>
            <a:r>
              <a:rPr lang="en-US" dirty="0"/>
              <a:t>Faculties</a:t>
            </a:r>
          </a:p>
          <a:p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D06DE-43B0-4BB3-A5AF-90FE6857AF67}"/>
              </a:ext>
            </a:extLst>
          </p:cNvPr>
          <p:cNvSpPr txBox="1"/>
          <p:nvPr/>
        </p:nvSpPr>
        <p:spPr>
          <a:xfrm>
            <a:off x="4366517" y="1777429"/>
            <a:ext cx="7315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Greeting and motivation.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DD4A9B-9D1F-4ED3-BF3F-79E85287A06B}"/>
              </a:ext>
            </a:extLst>
          </p:cNvPr>
          <p:cNvSpPr/>
          <p:nvPr/>
        </p:nvSpPr>
        <p:spPr>
          <a:xfrm>
            <a:off x="2347644" y="1867598"/>
            <a:ext cx="832207" cy="349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49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pPr algn="ctr"/>
            <a:r>
              <a:rPr lang="en-US" dirty="0"/>
              <a:t>Student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16658" cy="238677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Home</a:t>
            </a:r>
          </a:p>
          <a:p>
            <a:pPr>
              <a:buFont typeface="+mj-lt"/>
              <a:buAutoNum type="arabicPeriod"/>
            </a:pPr>
            <a:r>
              <a:rPr lang="en-US" dirty="0"/>
              <a:t>Advising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Schedule</a:t>
            </a:r>
          </a:p>
          <a:p>
            <a:pPr>
              <a:buFont typeface="+mj-lt"/>
              <a:buAutoNum type="arabicPeriod"/>
            </a:pPr>
            <a:r>
              <a:rPr lang="en-US" dirty="0"/>
              <a:t>Faculties</a:t>
            </a:r>
          </a:p>
          <a:p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D06DE-43B0-4BB3-A5AF-90FE6857AF67}"/>
              </a:ext>
            </a:extLst>
          </p:cNvPr>
          <p:cNvSpPr txBox="1"/>
          <p:nvPr/>
        </p:nvSpPr>
        <p:spPr>
          <a:xfrm>
            <a:off x="4366517" y="1777429"/>
            <a:ext cx="23219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List of courses</a:t>
            </a:r>
          </a:p>
          <a:p>
            <a:r>
              <a:rPr lang="en-US" sz="2800" dirty="0"/>
              <a:t>Course 1</a:t>
            </a:r>
          </a:p>
          <a:p>
            <a:r>
              <a:rPr lang="en-US" sz="2800" dirty="0"/>
              <a:t>Course 2</a:t>
            </a:r>
          </a:p>
          <a:p>
            <a:r>
              <a:rPr lang="en-US" sz="2800" dirty="0"/>
              <a:t>Course 3</a:t>
            </a:r>
          </a:p>
          <a:p>
            <a:r>
              <a:rPr lang="en-US" sz="28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26040B-7887-4C3B-B41C-4D5F038BE04A}"/>
              </a:ext>
            </a:extLst>
          </p:cNvPr>
          <p:cNvSpPr/>
          <p:nvPr/>
        </p:nvSpPr>
        <p:spPr>
          <a:xfrm>
            <a:off x="2604498" y="2360758"/>
            <a:ext cx="832207" cy="349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52D3E-8441-485C-A7C2-17AD8BD72E3A}"/>
              </a:ext>
            </a:extLst>
          </p:cNvPr>
          <p:cNvSpPr txBox="1"/>
          <p:nvPr/>
        </p:nvSpPr>
        <p:spPr>
          <a:xfrm>
            <a:off x="8957353" y="1777429"/>
            <a:ext cx="23219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List of courses</a:t>
            </a:r>
          </a:p>
          <a:p>
            <a:r>
              <a:rPr lang="en-US" sz="2800" dirty="0"/>
              <a:t>Course 1</a:t>
            </a:r>
          </a:p>
          <a:p>
            <a:r>
              <a:rPr lang="en-US" sz="2800" dirty="0"/>
              <a:t>Course 2</a:t>
            </a:r>
          </a:p>
          <a:p>
            <a:r>
              <a:rPr lang="en-US" sz="2800" dirty="0"/>
              <a:t>Course 3</a:t>
            </a:r>
          </a:p>
          <a:p>
            <a:r>
              <a:rPr lang="en-US" sz="28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10457-A657-49D3-81BE-D83E8DD134EA}"/>
              </a:ext>
            </a:extLst>
          </p:cNvPr>
          <p:cNvSpPr txBox="1"/>
          <p:nvPr/>
        </p:nvSpPr>
        <p:spPr>
          <a:xfrm>
            <a:off x="5994971" y="2277648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7A2E3-8526-4710-8137-5261D39D593F}"/>
              </a:ext>
            </a:extLst>
          </p:cNvPr>
          <p:cNvSpPr txBox="1"/>
          <p:nvPr/>
        </p:nvSpPr>
        <p:spPr>
          <a:xfrm>
            <a:off x="6065179" y="2799918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4D8B9-9F76-415C-92E1-8C73F18A8AC8}"/>
              </a:ext>
            </a:extLst>
          </p:cNvPr>
          <p:cNvSpPr txBox="1"/>
          <p:nvPr/>
        </p:nvSpPr>
        <p:spPr>
          <a:xfrm>
            <a:off x="5911068" y="3221158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0ECCF-AB14-4BF4-BEB4-D9CBFA5D9815}"/>
              </a:ext>
            </a:extLst>
          </p:cNvPr>
          <p:cNvSpPr txBox="1"/>
          <p:nvPr/>
        </p:nvSpPr>
        <p:spPr>
          <a:xfrm>
            <a:off x="10543010" y="2284498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Drop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6D8B8D-0BF3-4EFF-864D-D5A0F0FFC303}"/>
              </a:ext>
            </a:extLst>
          </p:cNvPr>
          <p:cNvSpPr txBox="1"/>
          <p:nvPr/>
        </p:nvSpPr>
        <p:spPr>
          <a:xfrm>
            <a:off x="10510476" y="2673203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Drop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35C990-B573-4621-8E57-0D72F30C280B}"/>
              </a:ext>
            </a:extLst>
          </p:cNvPr>
          <p:cNvSpPr txBox="1"/>
          <p:nvPr/>
        </p:nvSpPr>
        <p:spPr>
          <a:xfrm>
            <a:off x="10519040" y="3154378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Drop</a:t>
            </a:r>
          </a:p>
        </p:txBody>
      </p:sp>
    </p:spTree>
    <p:extLst>
      <p:ext uri="{BB962C8B-B14F-4D97-AF65-F5344CB8AC3E}">
        <p14:creationId xmlns:p14="http://schemas.microsoft.com/office/powerpoint/2010/main" val="1085395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pPr algn="ctr"/>
            <a:r>
              <a:rPr lang="en-US" dirty="0"/>
              <a:t>Student 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16658" cy="238677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Home </a:t>
            </a:r>
          </a:p>
          <a:p>
            <a:pPr>
              <a:buFont typeface="+mj-lt"/>
              <a:buAutoNum type="arabicPeriod"/>
            </a:pPr>
            <a:r>
              <a:rPr lang="en-US" dirty="0"/>
              <a:t>Advising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Schedule</a:t>
            </a:r>
          </a:p>
          <a:p>
            <a:pPr>
              <a:buFont typeface="+mj-lt"/>
              <a:buAutoNum type="arabicPeriod"/>
            </a:pPr>
            <a:r>
              <a:rPr lang="en-US" dirty="0"/>
              <a:t>Faculties</a:t>
            </a:r>
          </a:p>
          <a:p>
            <a:r>
              <a:rPr lang="en-US" dirty="0"/>
              <a:t>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DD4A9B-9D1F-4ED3-BF3F-79E85287A06B}"/>
              </a:ext>
            </a:extLst>
          </p:cNvPr>
          <p:cNvSpPr/>
          <p:nvPr/>
        </p:nvSpPr>
        <p:spPr>
          <a:xfrm>
            <a:off x="3282806" y="2844353"/>
            <a:ext cx="832207" cy="349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135C8F6-5A8C-446F-A756-154DE9831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039766"/>
              </p:ext>
            </p:extLst>
          </p:nvPr>
        </p:nvGraphicFramePr>
        <p:xfrm>
          <a:off x="4202129" y="1586685"/>
          <a:ext cx="7768832" cy="2892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4416">
                  <a:extLst>
                    <a:ext uri="{9D8B030D-6E8A-4147-A177-3AD203B41FA5}">
                      <a16:colId xmlns:a16="http://schemas.microsoft.com/office/drawing/2014/main" val="563431900"/>
                    </a:ext>
                  </a:extLst>
                </a:gridCol>
                <a:gridCol w="3884416">
                  <a:extLst>
                    <a:ext uri="{9D8B030D-6E8A-4147-A177-3AD203B41FA5}">
                      <a16:colId xmlns:a16="http://schemas.microsoft.com/office/drawing/2014/main" val="2628056603"/>
                    </a:ext>
                  </a:extLst>
                </a:gridCol>
              </a:tblGrid>
              <a:tr h="964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012188"/>
                  </a:ext>
                </a:extLst>
              </a:tr>
              <a:tr h="964283">
                <a:tc>
                  <a:txBody>
                    <a:bodyPr/>
                    <a:lstStyle/>
                    <a:p>
                      <a:r>
                        <a:rPr lang="en-US" dirty="0"/>
                        <a:t>8:00AM-9:20AM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CSE391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988659"/>
                  </a:ext>
                </a:extLst>
              </a:tr>
              <a:tr h="964283">
                <a:tc>
                  <a:txBody>
                    <a:bodyPr/>
                    <a:lstStyle/>
                    <a:p>
                      <a:r>
                        <a:rPr lang="en-US" dirty="0"/>
                        <a:t>9:30AM-10:50AM…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CSE489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95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pPr algn="ctr"/>
            <a:r>
              <a:rPr lang="en-US" dirty="0"/>
              <a:t>Student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16658" cy="238677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Home </a:t>
            </a:r>
          </a:p>
          <a:p>
            <a:pPr>
              <a:buFont typeface="+mj-lt"/>
              <a:buAutoNum type="arabicPeriod"/>
            </a:pPr>
            <a:r>
              <a:rPr lang="en-US" dirty="0"/>
              <a:t>Advising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Schedule</a:t>
            </a:r>
          </a:p>
          <a:p>
            <a:pPr>
              <a:buFont typeface="+mj-lt"/>
              <a:buAutoNum type="arabicPeriod"/>
            </a:pPr>
            <a:r>
              <a:rPr lang="en-US" dirty="0"/>
              <a:t>Faculties</a:t>
            </a:r>
          </a:p>
          <a:p>
            <a:r>
              <a:rPr lang="en-US" dirty="0"/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D06DE-43B0-4BB3-A5AF-90FE6857AF67}"/>
              </a:ext>
            </a:extLst>
          </p:cNvPr>
          <p:cNvSpPr txBox="1"/>
          <p:nvPr/>
        </p:nvSpPr>
        <p:spPr>
          <a:xfrm>
            <a:off x="4366517" y="1777429"/>
            <a:ext cx="38219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Faculty1</a:t>
            </a:r>
          </a:p>
          <a:p>
            <a:r>
              <a:rPr lang="en-US" sz="6600" dirty="0"/>
              <a:t>Faculty2</a:t>
            </a:r>
          </a:p>
          <a:p>
            <a:r>
              <a:rPr lang="en-US" sz="6600" dirty="0"/>
              <a:t>Faculty3</a:t>
            </a:r>
          </a:p>
          <a:p>
            <a:r>
              <a:rPr lang="en-US" sz="6600" dirty="0"/>
              <a:t>Faculty4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DD4A9B-9D1F-4ED3-BF3F-79E85287A06B}"/>
              </a:ext>
            </a:extLst>
          </p:cNvPr>
          <p:cNvSpPr/>
          <p:nvPr/>
        </p:nvSpPr>
        <p:spPr>
          <a:xfrm>
            <a:off x="2522304" y="3300923"/>
            <a:ext cx="832207" cy="349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96054-5FBE-41D9-BE1D-10A8A6193C5F}"/>
              </a:ext>
            </a:extLst>
          </p:cNvPr>
          <p:cNvSpPr txBox="1"/>
          <p:nvPr/>
        </p:nvSpPr>
        <p:spPr>
          <a:xfrm>
            <a:off x="9215919" y="2065105"/>
            <a:ext cx="2280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Chat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528EC-D464-41AB-AF26-421D8A80029F}"/>
              </a:ext>
            </a:extLst>
          </p:cNvPr>
          <p:cNvSpPr txBox="1"/>
          <p:nvPr/>
        </p:nvSpPr>
        <p:spPr>
          <a:xfrm>
            <a:off x="9368319" y="2875051"/>
            <a:ext cx="2280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Chat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7FAF5-CA23-40B2-A545-1253A6616D89}"/>
              </a:ext>
            </a:extLst>
          </p:cNvPr>
          <p:cNvSpPr txBox="1"/>
          <p:nvPr/>
        </p:nvSpPr>
        <p:spPr>
          <a:xfrm>
            <a:off x="9368319" y="3861376"/>
            <a:ext cx="2280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Chat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3E8731-9E17-4253-A086-80C086E42482}"/>
              </a:ext>
            </a:extLst>
          </p:cNvPr>
          <p:cNvSpPr txBox="1"/>
          <p:nvPr/>
        </p:nvSpPr>
        <p:spPr>
          <a:xfrm>
            <a:off x="9368319" y="4857965"/>
            <a:ext cx="2280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Chat</a:t>
            </a:r>
          </a:p>
        </p:txBody>
      </p:sp>
    </p:spTree>
    <p:extLst>
      <p:ext uri="{BB962C8B-B14F-4D97-AF65-F5344CB8AC3E}">
        <p14:creationId xmlns:p14="http://schemas.microsoft.com/office/powerpoint/2010/main" val="84626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r>
              <a:rPr lang="en-US" dirty="0"/>
              <a:t>Faculty 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78996" cy="265390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 err="1"/>
              <a:t>Assignedcourses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Class Schedule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DD4A9B-9D1F-4ED3-BF3F-79E85287A06B}"/>
              </a:ext>
            </a:extLst>
          </p:cNvPr>
          <p:cNvSpPr/>
          <p:nvPr/>
        </p:nvSpPr>
        <p:spPr>
          <a:xfrm>
            <a:off x="3621640" y="1935130"/>
            <a:ext cx="832207" cy="349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135C8F6-5A8C-446F-A756-154DE9831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80286"/>
              </p:ext>
            </p:extLst>
          </p:nvPr>
        </p:nvGraphicFramePr>
        <p:xfrm>
          <a:off x="4202129" y="1586685"/>
          <a:ext cx="7768832" cy="2892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4416">
                  <a:extLst>
                    <a:ext uri="{9D8B030D-6E8A-4147-A177-3AD203B41FA5}">
                      <a16:colId xmlns:a16="http://schemas.microsoft.com/office/drawing/2014/main" val="563431900"/>
                    </a:ext>
                  </a:extLst>
                </a:gridCol>
                <a:gridCol w="3884416">
                  <a:extLst>
                    <a:ext uri="{9D8B030D-6E8A-4147-A177-3AD203B41FA5}">
                      <a16:colId xmlns:a16="http://schemas.microsoft.com/office/drawing/2014/main" val="2628056603"/>
                    </a:ext>
                  </a:extLst>
                </a:gridCol>
              </a:tblGrid>
              <a:tr h="964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012188"/>
                  </a:ext>
                </a:extLst>
              </a:tr>
              <a:tr h="964283">
                <a:tc>
                  <a:txBody>
                    <a:bodyPr/>
                    <a:lstStyle/>
                    <a:p>
                      <a:r>
                        <a:rPr lang="en-US" dirty="0"/>
                        <a:t>CSE110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988659"/>
                  </a:ext>
                </a:extLst>
              </a:tr>
              <a:tr h="964283">
                <a:tc>
                  <a:txBody>
                    <a:bodyPr/>
                    <a:lstStyle/>
                    <a:p>
                      <a:r>
                        <a:rPr lang="en-US" dirty="0"/>
                        <a:t>CSE111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64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pPr algn="ctr"/>
            <a:r>
              <a:rPr lang="en-US" dirty="0"/>
              <a:t>Student 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3035157" cy="1482654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Assigned courses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Schedule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DD4A9B-9D1F-4ED3-BF3F-79E85287A06B}"/>
              </a:ext>
            </a:extLst>
          </p:cNvPr>
          <p:cNvSpPr/>
          <p:nvPr/>
        </p:nvSpPr>
        <p:spPr>
          <a:xfrm>
            <a:off x="3441839" y="2392292"/>
            <a:ext cx="832207" cy="349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135C8F6-5A8C-446F-A756-154DE98315E6}"/>
              </a:ext>
            </a:extLst>
          </p:cNvPr>
          <p:cNvGraphicFramePr>
            <a:graphicFrameLocks noGrp="1"/>
          </p:cNvGraphicFramePr>
          <p:nvPr/>
        </p:nvGraphicFramePr>
        <p:xfrm>
          <a:off x="4202129" y="1586685"/>
          <a:ext cx="7768832" cy="2892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4416">
                  <a:extLst>
                    <a:ext uri="{9D8B030D-6E8A-4147-A177-3AD203B41FA5}">
                      <a16:colId xmlns:a16="http://schemas.microsoft.com/office/drawing/2014/main" val="563431900"/>
                    </a:ext>
                  </a:extLst>
                </a:gridCol>
                <a:gridCol w="3884416">
                  <a:extLst>
                    <a:ext uri="{9D8B030D-6E8A-4147-A177-3AD203B41FA5}">
                      <a16:colId xmlns:a16="http://schemas.microsoft.com/office/drawing/2014/main" val="2628056603"/>
                    </a:ext>
                  </a:extLst>
                </a:gridCol>
              </a:tblGrid>
              <a:tr h="9642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012188"/>
                  </a:ext>
                </a:extLst>
              </a:tr>
              <a:tr h="964283">
                <a:tc>
                  <a:txBody>
                    <a:bodyPr/>
                    <a:lstStyle/>
                    <a:p>
                      <a:r>
                        <a:rPr lang="en-US" dirty="0"/>
                        <a:t>8:00AM-9:20AM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CSE391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988659"/>
                  </a:ext>
                </a:extLst>
              </a:tr>
              <a:tr h="964283">
                <a:tc>
                  <a:txBody>
                    <a:bodyPr/>
                    <a:lstStyle/>
                    <a:p>
                      <a:r>
                        <a:rPr lang="en-US" dirty="0"/>
                        <a:t>9:30AM-10:50AM…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CSE489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04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D114-7A46-4638-87D5-1BB0D72A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357" y="261122"/>
            <a:ext cx="4809161" cy="1325563"/>
          </a:xfrm>
        </p:spPr>
        <p:txBody>
          <a:bodyPr/>
          <a:lstStyle/>
          <a:p>
            <a:pPr algn="ctr"/>
            <a:r>
              <a:rPr lang="en-US" dirty="0"/>
              <a:t>Admin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E24E3-27AD-4FDD-B0C1-5F95756E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26" y="3377023"/>
            <a:ext cx="2716658" cy="238677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Course1</a:t>
            </a:r>
          </a:p>
          <a:p>
            <a:pPr>
              <a:buFont typeface="+mj-lt"/>
              <a:buAutoNum type="arabicPeriod"/>
            </a:pPr>
            <a:r>
              <a:rPr lang="en-US" dirty="0"/>
              <a:t>Course1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D06DE-43B0-4BB3-A5AF-90FE6857AF67}"/>
              </a:ext>
            </a:extLst>
          </p:cNvPr>
          <p:cNvSpPr txBox="1"/>
          <p:nvPr/>
        </p:nvSpPr>
        <p:spPr>
          <a:xfrm>
            <a:off x="4205543" y="3328827"/>
            <a:ext cx="2321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S1</a:t>
            </a:r>
          </a:p>
          <a:p>
            <a:pPr algn="ctr"/>
            <a:r>
              <a:rPr lang="en-US" sz="2800" dirty="0"/>
              <a:t>S2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474CC-171A-4329-810D-01493E3D7698}"/>
              </a:ext>
            </a:extLst>
          </p:cNvPr>
          <p:cNvSpPr txBox="1"/>
          <p:nvPr/>
        </p:nvSpPr>
        <p:spPr>
          <a:xfrm>
            <a:off x="8876872" y="472611"/>
            <a:ext cx="301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Logout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77136F-4A97-4BFF-A3F7-00A0E30AD0CD}"/>
              </a:ext>
            </a:extLst>
          </p:cNvPr>
          <p:cNvSpPr txBox="1">
            <a:spLocks/>
          </p:cNvSpPr>
          <p:nvPr/>
        </p:nvSpPr>
        <p:spPr>
          <a:xfrm>
            <a:off x="-164387" y="430842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Accessibility settings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52D3E-8441-485C-A7C2-17AD8BD72E3A}"/>
              </a:ext>
            </a:extLst>
          </p:cNvPr>
          <p:cNvSpPr txBox="1"/>
          <p:nvPr/>
        </p:nvSpPr>
        <p:spPr>
          <a:xfrm>
            <a:off x="8796379" y="3328827"/>
            <a:ext cx="2321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F1</a:t>
            </a:r>
          </a:p>
          <a:p>
            <a:r>
              <a:rPr lang="en-US" sz="2800" dirty="0"/>
              <a:t>F2</a:t>
            </a:r>
          </a:p>
          <a:p>
            <a:r>
              <a:rPr lang="en-US" sz="2800" dirty="0"/>
              <a:t>F3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10457-A657-49D3-81BE-D83E8DD134EA}"/>
              </a:ext>
            </a:extLst>
          </p:cNvPr>
          <p:cNvSpPr txBox="1"/>
          <p:nvPr/>
        </p:nvSpPr>
        <p:spPr>
          <a:xfrm>
            <a:off x="677226" y="4452211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7A2E3-8526-4710-8137-5261D39D593F}"/>
              </a:ext>
            </a:extLst>
          </p:cNvPr>
          <p:cNvSpPr txBox="1"/>
          <p:nvPr/>
        </p:nvSpPr>
        <p:spPr>
          <a:xfrm>
            <a:off x="1741885" y="4452211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Edit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4D8B9-9F76-415C-92E1-8C73F18A8AC8}"/>
              </a:ext>
            </a:extLst>
          </p:cNvPr>
          <p:cNvSpPr txBox="1"/>
          <p:nvPr/>
        </p:nvSpPr>
        <p:spPr>
          <a:xfrm>
            <a:off x="4808736" y="4339579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0ECCF-AB14-4BF4-BEB4-D9CBFA5D9815}"/>
              </a:ext>
            </a:extLst>
          </p:cNvPr>
          <p:cNvSpPr txBox="1"/>
          <p:nvPr/>
        </p:nvSpPr>
        <p:spPr>
          <a:xfrm>
            <a:off x="11248908" y="4713822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6D8B8D-0BF3-4EFF-864D-D5A0F0FFC303}"/>
              </a:ext>
            </a:extLst>
          </p:cNvPr>
          <p:cNvSpPr txBox="1"/>
          <p:nvPr/>
        </p:nvSpPr>
        <p:spPr>
          <a:xfrm>
            <a:off x="8766429" y="4683043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35C990-B573-4621-8E57-0D72F30C280B}"/>
              </a:ext>
            </a:extLst>
          </p:cNvPr>
          <p:cNvSpPr txBox="1"/>
          <p:nvPr/>
        </p:nvSpPr>
        <p:spPr>
          <a:xfrm>
            <a:off x="10329809" y="4683043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Assign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18AFB3-E882-4BAC-A3F4-010D4C20FFF0}"/>
              </a:ext>
            </a:extLst>
          </p:cNvPr>
          <p:cNvSpPr txBox="1">
            <a:spLocks/>
          </p:cNvSpPr>
          <p:nvPr/>
        </p:nvSpPr>
        <p:spPr>
          <a:xfrm>
            <a:off x="-11987" y="1528461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Courses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6140370-5222-4151-B244-2FFAC0EDE06C}"/>
              </a:ext>
            </a:extLst>
          </p:cNvPr>
          <p:cNvSpPr txBox="1">
            <a:spLocks/>
          </p:cNvSpPr>
          <p:nvPr/>
        </p:nvSpPr>
        <p:spPr>
          <a:xfrm>
            <a:off x="4130641" y="1502013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Sections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3518BE-ED3F-4A36-BE22-96966D4DAFF0}"/>
              </a:ext>
            </a:extLst>
          </p:cNvPr>
          <p:cNvSpPr txBox="1"/>
          <p:nvPr/>
        </p:nvSpPr>
        <p:spPr>
          <a:xfrm>
            <a:off x="5694009" y="4339579"/>
            <a:ext cx="1505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Edit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0211E1-3909-4376-A939-107BCB3F9AB8}"/>
              </a:ext>
            </a:extLst>
          </p:cNvPr>
          <p:cNvSpPr txBox="1">
            <a:spLocks/>
          </p:cNvSpPr>
          <p:nvPr/>
        </p:nvSpPr>
        <p:spPr>
          <a:xfrm>
            <a:off x="7365288" y="1346618"/>
            <a:ext cx="4366517" cy="6970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Faculties </a:t>
            </a:r>
          </a:p>
        </p:txBody>
      </p:sp>
    </p:spTree>
    <p:extLst>
      <p:ext uri="{BB962C8B-B14F-4D97-AF65-F5344CB8AC3E}">
        <p14:creationId xmlns:p14="http://schemas.microsoft.com/office/powerpoint/2010/main" val="2745565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187</Words>
  <Application>Microsoft Office PowerPoint</Application>
  <PresentationFormat>Widescreen</PresentationFormat>
  <Paragraphs>127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Home page</vt:lpstr>
      <vt:lpstr>Home page</vt:lpstr>
      <vt:lpstr>Login</vt:lpstr>
      <vt:lpstr>Student dashboard</vt:lpstr>
      <vt:lpstr>Student dashboard</vt:lpstr>
      <vt:lpstr>Student  dashboard</vt:lpstr>
      <vt:lpstr>Student dashboard</vt:lpstr>
      <vt:lpstr>Faculty  dashboard</vt:lpstr>
      <vt:lpstr>Student  dashboard</vt:lpstr>
      <vt:lpstr>Admin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page</dc:title>
  <dc:creator>seaumul islam</dc:creator>
  <cp:lastModifiedBy>seaumul islam</cp:lastModifiedBy>
  <cp:revision>12</cp:revision>
  <dcterms:created xsi:type="dcterms:W3CDTF">2025-12-01T20:41:58Z</dcterms:created>
  <dcterms:modified xsi:type="dcterms:W3CDTF">2025-12-01T21:45:05Z</dcterms:modified>
</cp:coreProperties>
</file>